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27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4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048E91-0321-806C-1771-3697832B81CD}"/>
              </a:ext>
            </a:extLst>
          </p:cNvPr>
          <p:cNvSpPr/>
          <p:nvPr/>
        </p:nvSpPr>
        <p:spPr>
          <a:xfrm>
            <a:off x="812800" y="4572000"/>
            <a:ext cx="7543800" cy="3200400"/>
          </a:xfrm>
          <a:prstGeom prst="rect">
            <a:avLst/>
          </a:prstGeom>
          <a:solidFill>
            <a:srgbClr val="1627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Teguh Muttaqie</cp:lastModifiedBy>
  <cp:revision>2</cp:revision>
  <dcterms:created xsi:type="dcterms:W3CDTF">2006-08-16T00:00:00Z</dcterms:created>
  <dcterms:modified xsi:type="dcterms:W3CDTF">2026-06-25T06:17:46Z</dcterms:modified>
</cp:coreProperties>
</file>